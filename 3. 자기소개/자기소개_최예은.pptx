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75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4B7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654762" y="2936540"/>
            <a:ext cx="2976190" cy="595238"/>
            <a:chOff x="7654762" y="2936540"/>
            <a:chExt cx="2976190" cy="59523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4762" y="2936540"/>
              <a:ext cx="2976190" cy="59523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028571" y="2921268"/>
            <a:ext cx="4228571" cy="6916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600" dirty="0">
                <a:solidFill>
                  <a:srgbClr val="302E44"/>
                </a:solidFill>
                <a:latin typeface="S-Core Dream 7 ExtraBold" pitchFamily="34" charset="0"/>
                <a:cs typeface="S-Core Dream 7 ExtraBold" pitchFamily="34" charset="0"/>
              </a:rPr>
              <a:t>ABOUT</a:t>
            </a:r>
            <a:endParaRPr lang="en-US" dirty="0"/>
          </a:p>
        </p:txBody>
      </p:sp>
      <p:sp>
        <p:nvSpPr>
          <p:cNvPr id="6" name="Object 6"/>
          <p:cNvSpPr txBox="1"/>
          <p:nvPr/>
        </p:nvSpPr>
        <p:spPr>
          <a:xfrm>
            <a:off x="-3224696" y="3662286"/>
            <a:ext cx="24735105" cy="240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0" kern="0" spc="-1200" dirty="0">
                <a:solidFill>
                  <a:srgbClr val="FFFFFF"/>
                </a:solidFill>
                <a:latin typeface="S-Core Dream 7 ExtraBold" pitchFamily="34" charset="0"/>
                <a:cs typeface="S-Core Dream 7 ExtraBold" pitchFamily="34" charset="0"/>
              </a:rPr>
              <a:t>최예은을 소개합니다</a:t>
            </a:r>
            <a:endParaRPr lang="en-US" dirty="0"/>
          </a:p>
        </p:txBody>
      </p:sp>
      <p:grpSp>
        <p:nvGrpSpPr>
          <p:cNvPr id="1002" name="그룹 1002"/>
          <p:cNvGrpSpPr/>
          <p:nvPr/>
        </p:nvGrpSpPr>
        <p:grpSpPr>
          <a:xfrm>
            <a:off x="-1" y="9390476"/>
            <a:ext cx="18288001" cy="896524"/>
            <a:chOff x="-1" y="9390476"/>
            <a:chExt cx="18288001" cy="896524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 rotWithShape="1">
            <a:blip r:embed="rId3" cstate="print"/>
            <a:srcRect l="974" r="5540" b="1942"/>
            <a:stretch/>
          </p:blipFill>
          <p:spPr>
            <a:xfrm>
              <a:off x="-1" y="9390476"/>
              <a:ext cx="18288001" cy="89652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0" y="0"/>
            <a:ext cx="18288000" cy="1409700"/>
            <a:chOff x="0" y="0"/>
            <a:chExt cx="18288000" cy="1409700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 rotWithShape="1">
            <a:blip r:embed="rId4" cstate="print"/>
            <a:srcRect l="2337" t="-1" r="4177" b="-54185"/>
            <a:stretch/>
          </p:blipFill>
          <p:spPr>
            <a:xfrm>
              <a:off x="0" y="0"/>
              <a:ext cx="18288000" cy="1409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84B7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654762" y="696899"/>
            <a:ext cx="2976190" cy="595238"/>
            <a:chOff x="7654762" y="696899"/>
            <a:chExt cx="2976190" cy="59523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4762" y="696899"/>
              <a:ext cx="2976190" cy="59523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064734" y="3830910"/>
            <a:ext cx="5235559" cy="5235559"/>
            <a:chOff x="8064734" y="3830910"/>
            <a:chExt cx="5235559" cy="523555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4734" y="3830910"/>
              <a:ext cx="5235559" cy="523555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969363" y="2269349"/>
            <a:ext cx="3940634" cy="3940634"/>
            <a:chOff x="4969363" y="2269349"/>
            <a:chExt cx="3940634" cy="394063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9363" y="2269349"/>
              <a:ext cx="3940634" cy="394063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892895" y="676862"/>
            <a:ext cx="4547542" cy="6916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600" dirty="0">
                <a:solidFill>
                  <a:srgbClr val="302E44"/>
                </a:solidFill>
                <a:latin typeface="S-Core Dream 7 ExtraBold" pitchFamily="34" charset="0"/>
                <a:cs typeface="S-Core Dream 7 ExtraBold" pitchFamily="34" charset="0"/>
              </a:rPr>
              <a:t>KEYWORD</a:t>
            </a:r>
            <a:endParaRPr lang="en-US" dirty="0"/>
          </a:p>
        </p:txBody>
      </p:sp>
      <p:sp>
        <p:nvSpPr>
          <p:cNvPr id="12" name="Object 12"/>
          <p:cNvSpPr txBox="1"/>
          <p:nvPr/>
        </p:nvSpPr>
        <p:spPr>
          <a:xfrm>
            <a:off x="4157015" y="817857"/>
            <a:ext cx="9971683" cy="865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500" kern="0" spc="-1400" dirty="0">
                <a:solidFill>
                  <a:srgbClr val="FFFFFF"/>
                </a:solidFill>
                <a:latin typeface="S-Core Dream 7 ExtraBold" pitchFamily="34" charset="0"/>
                <a:cs typeface="S-Core Dream 7 ExtraBold" pitchFamily="34" charset="0"/>
              </a:rPr>
              <a:t>감성</a:t>
            </a:r>
          </a:p>
          <a:p>
            <a:pPr algn="ctr"/>
            <a:r>
              <a:rPr lang="en-US" sz="10500" kern="0" spc="-1400" dirty="0">
                <a:solidFill>
                  <a:srgbClr val="FFFFFF"/>
                </a:solidFill>
                <a:latin typeface="S-Core Dream 7 ExtraBold" pitchFamily="34" charset="0"/>
                <a:cs typeface="S-Core Dream 7 ExtraBold" pitchFamily="34" charset="0"/>
              </a:rPr>
              <a:t>열정</a:t>
            </a:r>
          </a:p>
          <a:p>
            <a:pPr algn="ctr"/>
            <a:r>
              <a:rPr lang="en-US" sz="10500" kern="0" spc="-1400" dirty="0">
                <a:solidFill>
                  <a:srgbClr val="FFFFFF"/>
                </a:solidFill>
                <a:latin typeface="S-Core Dream 7 ExtraBold" pitchFamily="34" charset="0"/>
                <a:cs typeface="S-Core Dream 7 ExtraBold" pitchFamily="34" charset="0"/>
              </a:rPr>
              <a:t>긍정</a:t>
            </a:r>
            <a:endParaRPr lang="en-US" dirty="0"/>
          </a:p>
        </p:txBody>
      </p:sp>
      <p:sp>
        <p:nvSpPr>
          <p:cNvPr id="13" name="Object 13"/>
          <p:cNvSpPr txBox="1"/>
          <p:nvPr/>
        </p:nvSpPr>
        <p:spPr>
          <a:xfrm>
            <a:off x="6174318" y="9312185"/>
            <a:ext cx="5937079" cy="51661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kern="0" spc="1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●○○○○○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4B7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654762" y="696899"/>
            <a:ext cx="2976190" cy="595238"/>
            <a:chOff x="7654762" y="696899"/>
            <a:chExt cx="2976190" cy="59523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4762" y="696899"/>
              <a:ext cx="2976190" cy="59523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4202699" y="316984"/>
            <a:ext cx="4085302" cy="9651747"/>
            <a:chOff x="14202699" y="316984"/>
            <a:chExt cx="4085302" cy="9651747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 rotWithShape="1">
            <a:blip r:embed="rId3" cstate="print"/>
            <a:srcRect r="57673"/>
            <a:stretch/>
          </p:blipFill>
          <p:spPr>
            <a:xfrm>
              <a:off x="14202699" y="316984"/>
              <a:ext cx="4085302" cy="965174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028571" y="3172540"/>
            <a:ext cx="3940634" cy="3940634"/>
            <a:chOff x="1028571" y="3172540"/>
            <a:chExt cx="3940634" cy="394063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8571" y="3172540"/>
              <a:ext cx="3940634" cy="394063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892895" y="676862"/>
            <a:ext cx="4547542" cy="6916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600" dirty="0">
                <a:solidFill>
                  <a:srgbClr val="302E44"/>
                </a:solidFill>
                <a:latin typeface="S-Core Dream 7 ExtraBold" pitchFamily="34" charset="0"/>
                <a:cs typeface="S-Core Dream 7 ExtraBold" pitchFamily="34" charset="0"/>
              </a:rPr>
              <a:t>SKILLS</a:t>
            </a:r>
            <a:endParaRPr lang="en-US" dirty="0"/>
          </a:p>
        </p:txBody>
      </p:sp>
      <p:sp>
        <p:nvSpPr>
          <p:cNvPr id="12" name="Object 12"/>
          <p:cNvSpPr txBox="1"/>
          <p:nvPr/>
        </p:nvSpPr>
        <p:spPr>
          <a:xfrm>
            <a:off x="4072769" y="2302067"/>
            <a:ext cx="10140185" cy="1474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kern="0" spc="-500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뛰어난 멘탈회복</a:t>
            </a:r>
          </a:p>
          <a:p>
            <a:pPr algn="ctr"/>
            <a:r>
              <a:rPr lang="en-US" sz="1800" kern="0" spc="-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실패해도 굴하지않고 다시 도전</a:t>
            </a:r>
            <a:endParaRPr lang="en-US" dirty="0"/>
          </a:p>
        </p:txBody>
      </p:sp>
      <p:sp>
        <p:nvSpPr>
          <p:cNvPr id="13" name="Object 13"/>
          <p:cNvSpPr txBox="1"/>
          <p:nvPr/>
        </p:nvSpPr>
        <p:spPr>
          <a:xfrm>
            <a:off x="6174318" y="9385826"/>
            <a:ext cx="59370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kern="0" spc="1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○●○○</a:t>
            </a:r>
            <a:endParaRPr lang="en-US" dirty="0"/>
          </a:p>
        </p:txBody>
      </p:sp>
      <p:sp>
        <p:nvSpPr>
          <p:cNvPr id="14" name="Object 14"/>
          <p:cNvSpPr txBox="1"/>
          <p:nvPr/>
        </p:nvSpPr>
        <p:spPr>
          <a:xfrm>
            <a:off x="4096574" y="4469218"/>
            <a:ext cx="10140185" cy="1474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kern="0" spc="-500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어마어마한 친화력</a:t>
            </a:r>
          </a:p>
          <a:p>
            <a:pPr algn="ctr"/>
            <a:r>
              <a:rPr lang="en-US" sz="1800" kern="0" spc="-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특유의 친화력과 다정한 성격으로 스치기만 하면 인연</a:t>
            </a:r>
            <a:endParaRPr lang="en-US" dirty="0"/>
          </a:p>
        </p:txBody>
      </p:sp>
      <p:sp>
        <p:nvSpPr>
          <p:cNvPr id="15" name="Object 15"/>
          <p:cNvSpPr txBox="1"/>
          <p:nvPr/>
        </p:nvSpPr>
        <p:spPr>
          <a:xfrm>
            <a:off x="4084674" y="6636371"/>
            <a:ext cx="10140185" cy="1474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kern="0" spc="-500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섬세한 관찰력</a:t>
            </a:r>
          </a:p>
          <a:p>
            <a:pPr algn="ctr"/>
            <a:r>
              <a:rPr lang="en-US" sz="1800" kern="0" spc="-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사람들이 가진 장점을 발견하고 이끌어내는 능력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84B7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654762" y="696899"/>
            <a:ext cx="2976190" cy="595238"/>
            <a:chOff x="7654762" y="696899"/>
            <a:chExt cx="2976190" cy="59523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4762" y="696899"/>
              <a:ext cx="2976190" cy="59523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892895" y="676862"/>
            <a:ext cx="4547542" cy="6916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600" dirty="0">
                <a:solidFill>
                  <a:srgbClr val="302E44"/>
                </a:solidFill>
                <a:latin typeface="S-Core Dream 7 ExtraBold" pitchFamily="34" charset="0"/>
                <a:cs typeface="S-Core Dream 7 ExtraBold" pitchFamily="34" charset="0"/>
              </a:rPr>
              <a:t>LIKES</a:t>
            </a:r>
            <a:endParaRPr lang="en-US" dirty="0"/>
          </a:p>
        </p:txBody>
      </p:sp>
      <p:sp>
        <p:nvSpPr>
          <p:cNvPr id="6" name="Object 6"/>
          <p:cNvSpPr txBox="1"/>
          <p:nvPr/>
        </p:nvSpPr>
        <p:spPr>
          <a:xfrm>
            <a:off x="6174318" y="9408683"/>
            <a:ext cx="59370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kern="0" spc="1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○○</a:t>
            </a:r>
            <a:r>
              <a:rPr lang="en-US" altLang="ko-KR" sz="1800" kern="0" spc="1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●○</a:t>
            </a:r>
            <a:endParaRPr lang="en-US" dirty="0"/>
          </a:p>
        </p:txBody>
      </p:sp>
      <p:grpSp>
        <p:nvGrpSpPr>
          <p:cNvPr id="1002" name="그룹 1002"/>
          <p:cNvGrpSpPr/>
          <p:nvPr/>
        </p:nvGrpSpPr>
        <p:grpSpPr>
          <a:xfrm>
            <a:off x="1839403" y="3143413"/>
            <a:ext cx="3998889" cy="3998889"/>
            <a:chOff x="1839403" y="3143413"/>
            <a:chExt cx="3998889" cy="3998889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9403" y="3143413"/>
              <a:ext cx="3998889" cy="399888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23447" y="4405714"/>
            <a:ext cx="4630806" cy="1474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kern="0" spc="-500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음악</a:t>
            </a:r>
          </a:p>
          <a:p>
            <a:pPr algn="ctr"/>
            <a:r>
              <a:rPr lang="en-US" sz="1800" kern="0" spc="-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우울할 땐 노래를 들어요</a:t>
            </a:r>
            <a:endParaRPr lang="en-US" dirty="0"/>
          </a:p>
        </p:txBody>
      </p:sp>
      <p:grpSp>
        <p:nvGrpSpPr>
          <p:cNvPr id="1003" name="그룹 1003"/>
          <p:cNvGrpSpPr/>
          <p:nvPr/>
        </p:nvGrpSpPr>
        <p:grpSpPr>
          <a:xfrm>
            <a:off x="5375410" y="3143413"/>
            <a:ext cx="3998889" cy="3998889"/>
            <a:chOff x="5375410" y="3143413"/>
            <a:chExt cx="3998889" cy="399888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5410" y="3143413"/>
              <a:ext cx="3998889" cy="399888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059451" y="4681192"/>
            <a:ext cx="4630806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kern="0" spc="-500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강아지</a:t>
            </a:r>
          </a:p>
          <a:p>
            <a:pPr algn="ctr"/>
            <a:r>
              <a:rPr lang="en-US" sz="1800" kern="0" spc="-20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내 </a:t>
            </a:r>
            <a:r>
              <a:rPr lang="en-US" kern="0" spc="-20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en-US" sz="1800" kern="0" spc="-20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 </a:t>
            </a:r>
            <a:r>
              <a:rPr lang="en-US" sz="1800" kern="0" spc="-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친구</a:t>
            </a:r>
            <a:endParaRPr lang="en-US" dirty="0"/>
          </a:p>
        </p:txBody>
      </p:sp>
      <p:grpSp>
        <p:nvGrpSpPr>
          <p:cNvPr id="1004" name="그룹 1004"/>
          <p:cNvGrpSpPr/>
          <p:nvPr/>
        </p:nvGrpSpPr>
        <p:grpSpPr>
          <a:xfrm>
            <a:off x="8911416" y="3143413"/>
            <a:ext cx="3998889" cy="3998889"/>
            <a:chOff x="8911416" y="3143413"/>
            <a:chExt cx="3998889" cy="3998889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1416" y="3143413"/>
              <a:ext cx="3998889" cy="399888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595456" y="4405714"/>
            <a:ext cx="4630806" cy="1474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kern="0" spc="-500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초코우유</a:t>
            </a:r>
          </a:p>
          <a:p>
            <a:pPr algn="ctr"/>
            <a:r>
              <a:rPr lang="en-US" sz="1800" kern="0" spc="-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에너지의 원천</a:t>
            </a:r>
            <a:endParaRPr lang="en-US" dirty="0"/>
          </a:p>
        </p:txBody>
      </p:sp>
      <p:grpSp>
        <p:nvGrpSpPr>
          <p:cNvPr id="1005" name="그룹 1005"/>
          <p:cNvGrpSpPr/>
          <p:nvPr/>
        </p:nvGrpSpPr>
        <p:grpSpPr>
          <a:xfrm>
            <a:off x="12447422" y="3105318"/>
            <a:ext cx="3998889" cy="3998889"/>
            <a:chOff x="12447422" y="3105318"/>
            <a:chExt cx="3998889" cy="3998889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47422" y="3105318"/>
              <a:ext cx="3998889" cy="399888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2131463" y="4367619"/>
            <a:ext cx="4630806" cy="14742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kern="0" spc="-500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카메라</a:t>
            </a:r>
          </a:p>
          <a:p>
            <a:pPr algn="ctr"/>
            <a:r>
              <a:rPr lang="en-US" sz="1800" kern="0" spc="-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사진 찍는 게 취미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4B7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654762" y="696899"/>
            <a:ext cx="2976190" cy="595238"/>
            <a:chOff x="7654762" y="696899"/>
            <a:chExt cx="2976190" cy="59523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4762" y="696899"/>
              <a:ext cx="2976190" cy="59523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892895" y="676862"/>
            <a:ext cx="4547542" cy="6916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600" dirty="0">
                <a:solidFill>
                  <a:srgbClr val="302E44"/>
                </a:solidFill>
                <a:latin typeface="S-Core Dream 7 ExtraBold" pitchFamily="34" charset="0"/>
                <a:cs typeface="S-Core Dream 7 ExtraBold" pitchFamily="34" charset="0"/>
              </a:rPr>
              <a:t>VISION</a:t>
            </a:r>
            <a:endParaRPr lang="en-US" dirty="0"/>
          </a:p>
        </p:txBody>
      </p:sp>
      <p:sp>
        <p:nvSpPr>
          <p:cNvPr id="6" name="Object 6"/>
          <p:cNvSpPr txBox="1"/>
          <p:nvPr/>
        </p:nvSpPr>
        <p:spPr>
          <a:xfrm>
            <a:off x="6174318" y="9408683"/>
            <a:ext cx="593707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kern="0" spc="1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○○○●</a:t>
            </a:r>
            <a:endParaRPr lang="en-US" dirty="0"/>
          </a:p>
        </p:txBody>
      </p:sp>
      <p:grpSp>
        <p:nvGrpSpPr>
          <p:cNvPr id="1002" name="그룹 1002"/>
          <p:cNvGrpSpPr/>
          <p:nvPr/>
        </p:nvGrpSpPr>
        <p:grpSpPr>
          <a:xfrm>
            <a:off x="11884424" y="643718"/>
            <a:ext cx="6403576" cy="9193056"/>
            <a:chOff x="11884424" y="643718"/>
            <a:chExt cx="6403576" cy="9193056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 rotWithShape="1">
            <a:blip r:embed="rId3" cstate="print"/>
            <a:srcRect r="30344"/>
            <a:stretch/>
          </p:blipFill>
          <p:spPr>
            <a:xfrm>
              <a:off x="11884424" y="643718"/>
              <a:ext cx="6403576" cy="919305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279228" y="2371984"/>
            <a:ext cx="5541746" cy="5541746"/>
            <a:chOff x="1279228" y="2371984"/>
            <a:chExt cx="5541746" cy="5541746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9228" y="2371984"/>
              <a:ext cx="5541746" cy="554174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95893" y="3248714"/>
            <a:ext cx="5370118" cy="17096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200" kern="0" spc="-600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이상</a:t>
            </a:r>
          </a:p>
          <a:p>
            <a:pPr algn="ctr"/>
            <a:r>
              <a:rPr lang="en-US" sz="2100" kern="0" spc="-3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꿈을 위한 노력과 희망</a:t>
            </a:r>
            <a:endParaRPr lang="en-US" dirty="0"/>
          </a:p>
        </p:txBody>
      </p:sp>
      <p:grpSp>
        <p:nvGrpSpPr>
          <p:cNvPr id="1004" name="그룹 1004"/>
          <p:cNvGrpSpPr/>
          <p:nvPr/>
        </p:nvGrpSpPr>
        <p:grpSpPr>
          <a:xfrm>
            <a:off x="3980952" y="5085150"/>
            <a:ext cx="11447619" cy="115414"/>
            <a:chOff x="3980952" y="5085150"/>
            <a:chExt cx="11447619" cy="115414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80952" y="5085150"/>
              <a:ext cx="11447619" cy="11541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3954863" y="5047619"/>
            <a:ext cx="190476" cy="190476"/>
            <a:chOff x="3954863" y="5047619"/>
            <a:chExt cx="190476" cy="190476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54863" y="5047619"/>
              <a:ext cx="190476" cy="190476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5280952" y="5047619"/>
            <a:ext cx="190476" cy="190476"/>
            <a:chOff x="15280952" y="5047619"/>
            <a:chExt cx="190476" cy="190476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280952" y="5047619"/>
              <a:ext cx="190476" cy="19047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2180982" y="5289609"/>
            <a:ext cx="6495179" cy="20678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000" kern="0" spc="-700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성취</a:t>
            </a:r>
          </a:p>
          <a:p>
            <a:pPr algn="ctr"/>
            <a:r>
              <a:rPr lang="en-US" sz="2500" kern="0" spc="-3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이상을 현실로!</a:t>
            </a:r>
            <a:endParaRPr lang="en-US" dirty="0"/>
          </a:p>
        </p:txBody>
      </p:sp>
      <p:sp>
        <p:nvSpPr>
          <p:cNvPr id="24" name="Object 24"/>
          <p:cNvSpPr txBox="1"/>
          <p:nvPr/>
        </p:nvSpPr>
        <p:spPr>
          <a:xfrm>
            <a:off x="4145339" y="4313632"/>
            <a:ext cx="11135614" cy="5078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700" kern="0" spc="-400" dirty="0" err="1">
                <a:solidFill>
                  <a:srgbClr val="F9F4E7"/>
                </a:solidFill>
                <a:latin typeface="S-Core Dream 5 Medium" pitchFamily="34" charset="0"/>
                <a:cs typeface="S-Core Dream 5 Medium" pitchFamily="34" charset="0"/>
              </a:rPr>
              <a:t>함께</a:t>
            </a:r>
            <a:r>
              <a:rPr lang="en-US" sz="2700" kern="0" spc="-400" dirty="0">
                <a:solidFill>
                  <a:srgbClr val="F9F4E7"/>
                </a:solidFill>
                <a:latin typeface="S-Core Dream 5 Medium" pitchFamily="34" charset="0"/>
                <a:cs typeface="S-Core Dream 5 Medium" pitchFamily="34" charset="0"/>
              </a:rPr>
              <a:t>!     </a:t>
            </a:r>
            <a:r>
              <a:rPr lang="en-US" sz="2700" kern="0" spc="-400" dirty="0" err="1">
                <a:solidFill>
                  <a:srgbClr val="F9F4E7"/>
                </a:solidFill>
                <a:latin typeface="S-Core Dream 5 Medium" pitchFamily="34" charset="0"/>
                <a:cs typeface="S-Core Dream 5 Medium" pitchFamily="34" charset="0"/>
              </a:rPr>
              <a:t>즐겁게</a:t>
            </a:r>
            <a:r>
              <a:rPr lang="en-US" sz="2700" kern="0" spc="-400" dirty="0">
                <a:solidFill>
                  <a:srgbClr val="F9F4E7"/>
                </a:solidFill>
                <a:latin typeface="S-Core Dream 5 Medium" pitchFamily="34" charset="0"/>
                <a:cs typeface="S-Core Dream 5 Medium" pitchFamily="34" charset="0"/>
              </a:rPr>
              <a:t>!    </a:t>
            </a:r>
            <a:r>
              <a:rPr lang="en-US" sz="2700" kern="0" spc="-400" dirty="0" err="1">
                <a:solidFill>
                  <a:srgbClr val="F9F4E7"/>
                </a:solidFill>
                <a:latin typeface="S-Core Dream 5 Medium" pitchFamily="34" charset="0"/>
                <a:cs typeface="S-Core Dream 5 Medium" pitchFamily="34" charset="0"/>
              </a:rPr>
              <a:t>후회없이</a:t>
            </a:r>
            <a:r>
              <a:rPr lang="en-US" sz="2700" kern="0" spc="-400" dirty="0">
                <a:solidFill>
                  <a:srgbClr val="F9F4E7"/>
                </a:solidFill>
                <a:latin typeface="S-Core Dream 5 Medium" pitchFamily="34" charset="0"/>
                <a:cs typeface="S-Core Dream 5 Medium" pitchFamily="34" charset="0"/>
              </a:rPr>
              <a:t>!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4B7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654762" y="2936540"/>
            <a:ext cx="2976190" cy="595238"/>
            <a:chOff x="7654762" y="2936540"/>
            <a:chExt cx="2976190" cy="59523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4762" y="2936540"/>
              <a:ext cx="2976190" cy="59523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892895" y="2921268"/>
            <a:ext cx="4547542" cy="6916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600" dirty="0">
                <a:solidFill>
                  <a:srgbClr val="302E44"/>
                </a:solidFill>
                <a:latin typeface="S-Core Dream 7 ExtraBold" pitchFamily="34" charset="0"/>
                <a:cs typeface="S-Core Dream 7 ExtraBold" pitchFamily="34" charset="0"/>
              </a:rPr>
              <a:t>END</a:t>
            </a:r>
            <a:endParaRPr lang="en-US" dirty="0"/>
          </a:p>
        </p:txBody>
      </p:sp>
      <p:sp>
        <p:nvSpPr>
          <p:cNvPr id="6" name="Object 6"/>
          <p:cNvSpPr txBox="1"/>
          <p:nvPr/>
        </p:nvSpPr>
        <p:spPr>
          <a:xfrm>
            <a:off x="-57143" y="3776575"/>
            <a:ext cx="18400000" cy="240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0" kern="0" spc="-600" dirty="0">
                <a:solidFill>
                  <a:srgbClr val="FFFFFF"/>
                </a:solidFill>
                <a:latin typeface="S-Core Dream 7 ExtraBold" pitchFamily="34" charset="0"/>
                <a:cs typeface="S-Core Dream 7 ExtraBold" pitchFamily="34" charset="0"/>
              </a:rPr>
              <a:t>감사합니다!</a:t>
            </a:r>
            <a:endParaRPr lang="en-US" dirty="0"/>
          </a:p>
        </p:txBody>
      </p:sp>
      <p:sp>
        <p:nvSpPr>
          <p:cNvPr id="7" name="Object 7"/>
          <p:cNvSpPr txBox="1"/>
          <p:nvPr/>
        </p:nvSpPr>
        <p:spPr>
          <a:xfrm>
            <a:off x="1181685" y="6664046"/>
            <a:ext cx="15922350" cy="4924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600" u="sng" kern="0" spc="-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이상, </a:t>
            </a:r>
            <a:r>
              <a:rPr lang="ko-KR" altLang="en-US" sz="2600" u="sng" kern="0" spc="-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열정</a:t>
            </a:r>
            <a:r>
              <a:rPr lang="en-US" sz="2600" u="sng" kern="0" spc="-200" dirty="0">
                <a:solidFill>
                  <a:srgbClr val="F9F4E7"/>
                </a:solidFill>
                <a:latin typeface="S-Core Dream 4 Regular" pitchFamily="34" charset="0"/>
                <a:cs typeface="S-Core Dream 4 Regular" pitchFamily="34" charset="0"/>
              </a:rPr>
              <a:t>맨 최예은이었습니다!</a:t>
            </a:r>
            <a:endParaRPr lang="en-US" dirty="0"/>
          </a:p>
        </p:txBody>
      </p:sp>
      <p:grpSp>
        <p:nvGrpSpPr>
          <p:cNvPr id="1002" name="그룹 1002"/>
          <p:cNvGrpSpPr/>
          <p:nvPr/>
        </p:nvGrpSpPr>
        <p:grpSpPr>
          <a:xfrm>
            <a:off x="-1" y="9334500"/>
            <a:ext cx="18288001" cy="970262"/>
            <a:chOff x="-1" y="9334500"/>
            <a:chExt cx="18288001" cy="970262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 rotWithShape="1">
            <a:blip r:embed="rId3" cstate="print"/>
            <a:srcRect l="974" t="-6123" r="5540" b="1"/>
            <a:stretch/>
          </p:blipFill>
          <p:spPr>
            <a:xfrm>
              <a:off x="-1" y="9334500"/>
              <a:ext cx="18288001" cy="97026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0" y="0"/>
            <a:ext cx="18288000" cy="914286"/>
            <a:chOff x="0" y="0"/>
            <a:chExt cx="18288000" cy="91428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 rotWithShape="1">
            <a:blip r:embed="rId4" cstate="print"/>
            <a:srcRect l="2337" r="4177"/>
            <a:stretch/>
          </p:blipFill>
          <p:spPr>
            <a:xfrm>
              <a:off x="0" y="0"/>
              <a:ext cx="18288000" cy="9142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77</Words>
  <Application>Microsoft Office PowerPoint</Application>
  <PresentationFormat>사용자 지정</PresentationFormat>
  <Paragraphs>35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S-Core Dream 4 Regular</vt:lpstr>
      <vt:lpstr>S-Core Dream 5 Medium</vt:lpstr>
      <vt:lpstr>S-Core Dream 6 Bold</vt:lpstr>
      <vt:lpstr>S-Core Dream 7 ExtraBold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최예은</cp:lastModifiedBy>
  <cp:revision>5</cp:revision>
  <dcterms:created xsi:type="dcterms:W3CDTF">2022-08-24T12:09:03Z</dcterms:created>
  <dcterms:modified xsi:type="dcterms:W3CDTF">2022-08-24T04:32:38Z</dcterms:modified>
</cp:coreProperties>
</file>