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ore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38"/>
  </p:normalViewPr>
  <p:slideViewPr>
    <p:cSldViewPr snapToGrid="0">
      <p:cViewPr varScale="1">
        <p:scale>
          <a:sx n="128" d="100"/>
          <a:sy n="128" d="100"/>
        </p:scale>
        <p:origin x="17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F57474-F07D-9A99-813C-146577251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50CFD2-BA96-32AA-A3C3-0F52A7CAAF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718A77-B3DC-F6A7-FD1D-7353D7C6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D8946BB-69F6-D342-EFB7-9E98A22AF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76320B0-2AC8-C396-2919-9043E4E9E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09469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E3726-9DB6-0566-DD3B-F5FE7DC32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C33BC5-CEF5-0BE3-F502-395A9D941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CFBFD7-9818-39E1-C2C5-10EA4957F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06157D-1F92-92EF-256B-E25FFA5E7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9EA532-7BBC-7A3C-B035-8733101F1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7716250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F00D9-F448-C87A-C7F0-811C01C77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7A60F3-46B4-224D-9A12-E46F792E6F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A0724D-220C-14B5-19D7-00817C61C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C42459-D7D0-D03F-69D9-3C9EF911A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EA5932-ED59-CBF2-B330-E7B606E5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007521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611A40-7187-A4BF-F28D-ABE0EB2A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7D2D5C-9A8A-4155-19F6-21D11DE6D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E624E8E-088C-3DDD-149F-6845D90CD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9F7F212-D625-75F3-FC83-D2D28128B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228FE3-A5A3-699C-3A5B-81867CBC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4F71BD-7D5A-E977-9ED3-13EDC3FF4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148218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206D51-8066-F262-56FA-8A6501DFD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A56D9B-57F1-21FA-AFF3-2A939E888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CE6034-61CB-1EE7-1B88-C93F144E7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0FC4CCE-F903-DFC2-E55E-ABD276AF6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2C8744C-E542-B17E-9355-65AE7CE4AF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900AFFE-6CEE-AC77-00CA-1BE1E36E8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C6F5A21-A4E1-1F20-424B-9DCD40AF5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DC396A7-BC4C-79AD-AE62-EBF8A5933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4170914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D7A495-126E-6936-727C-545E25600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7AF716A-0E50-A174-6672-DF73DF32B3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A70FCFC-7AFF-7D4F-BC34-6309F4645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2F14-B18A-33A5-3349-9065D7548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706432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C2D190E-32C0-95DD-C8C2-652466978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BB4DA5-B1EF-524F-336D-22A6125CA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73D70D-8117-5AFA-CE9D-CFB401C96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5818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B707B8-A0CC-983B-FD17-E8C863A32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92A995-4ADC-50D4-CB2B-21D173465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F6F2F65-9E87-EFF1-2ECE-76F57B2D2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26682B-14D5-FE92-2F1F-D66DFFFAD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B93804-B914-390C-2E3C-420D2E6B9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11EDC9-C79A-462F-12F6-87E60CA9C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10648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AD468-8504-EE76-4DCE-AE0F7A08B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3E07D5D-57A3-13E0-509E-7F8341100A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ore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BFABE4-E0C8-6CE5-D5A5-701DD3E11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C3F530-9597-D724-3943-56FBF84B3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F98D46-42F6-80A1-D3F9-8B4E85F6B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547AF10-CC9C-9A5D-8DFD-0E80ED762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660406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2885CB-D2E2-ACB6-EA94-CB1ED79F4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24C1B7-7F00-F18E-AD9C-FDA2848744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92C793-5AB5-A3D9-438F-0B01EF7C3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2FC14-7095-B4D4-70F8-BF28E284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935B3A-2226-16DB-59EB-9825D159C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83955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D76E3A0-7887-F73F-BCA9-3553B4637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FF73F6-27F3-7D2E-4374-F4F07C834D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F87331-F709-9930-F9FF-E70565802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A37581-EF45-D3B9-A1AF-FCAD0C65A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3F88FA-E005-A022-3BDD-7C346CBED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2380840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02070A-1686-131B-E53D-CFD6288A6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  <a:endParaRPr kumimoji="1" lang="ko-Kore-KR" alt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F5E39A-0418-251B-2C86-873194D6B9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CDD6D2-A9FE-F30C-FFC4-15BCCDF18D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31F04-7F33-474F-A4A1-B0FB9E7FA336}" type="datetimeFigureOut">
              <a:rPr kumimoji="1" lang="ko-Kore-KR" altLang="en-US" smtClean="0"/>
              <a:t>2022. 8. 24.</a:t>
            </a:fld>
            <a:endParaRPr kumimoji="1" lang="ko-Kore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0B2606-B421-D3EF-2A90-B27BC43A5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ore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6D2EA5-EAD4-A8E5-3B6A-11521EED6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3CA1D-037A-1547-8E1D-3359559CF04A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3753473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ore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D4F9D-A7C0-F040-0543-E71C18A38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5430" y="629268"/>
            <a:ext cx="6586491" cy="1286160"/>
          </a:xfrm>
        </p:spPr>
        <p:txBody>
          <a:bodyPr anchor="b">
            <a:normAutofit/>
          </a:bodyPr>
          <a:lstStyle/>
          <a:p>
            <a:r>
              <a:rPr kumimoji="1" lang="ko-Kore-KR" altLang="en-US" dirty="0"/>
              <a:t>자기소개</a:t>
            </a:r>
            <a:endParaRPr kumimoji="1" lang="ko-Kore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B08C7F-613F-3643-E3BD-881BEF7A9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431" y="2438400"/>
            <a:ext cx="6586489" cy="3785419"/>
          </a:xfrm>
        </p:spPr>
        <p:txBody>
          <a:bodyPr>
            <a:normAutofit/>
          </a:bodyPr>
          <a:lstStyle/>
          <a:p>
            <a:r>
              <a:rPr kumimoji="1" lang="ko-KR" altLang="en-US" sz="2000" dirty="0">
                <a:latin typeface="+mj-ea"/>
                <a:ea typeface="+mj-ea"/>
              </a:rPr>
              <a:t>이름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박연홍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ko-KR" altLang="en-US" sz="2000" dirty="0">
                <a:latin typeface="+mj-ea"/>
                <a:ea typeface="+mj-ea"/>
              </a:rPr>
              <a:t>나이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ore-KR" sz="2000" dirty="0">
                <a:latin typeface="+mj-ea"/>
                <a:ea typeface="+mj-ea"/>
              </a:rPr>
              <a:t>27</a:t>
            </a:r>
            <a:r>
              <a:rPr kumimoji="1" lang="ko-KR" altLang="en-US" sz="2000" dirty="0">
                <a:latin typeface="+mj-ea"/>
                <a:ea typeface="+mj-ea"/>
              </a:rPr>
              <a:t>세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ko-KR" altLang="en-US" sz="2000" dirty="0">
                <a:latin typeface="+mj-ea"/>
                <a:ea typeface="+mj-ea"/>
              </a:rPr>
              <a:t>전공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>
                <a:latin typeface="+mj-ea"/>
                <a:ea typeface="+mj-ea"/>
              </a:rPr>
              <a:t> 사회과학전공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ko-KR" altLang="en-US" sz="2000" dirty="0">
                <a:latin typeface="+mj-ea"/>
                <a:ea typeface="+mj-ea"/>
              </a:rPr>
              <a:t>기기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맥북 사용 </a:t>
            </a:r>
            <a:r>
              <a:rPr kumimoji="1" lang="en-US" altLang="ko-KR" sz="2000" dirty="0">
                <a:latin typeface="+mj-ea"/>
                <a:ea typeface="+mj-ea"/>
              </a:rPr>
              <a:t>(</a:t>
            </a:r>
            <a:r>
              <a:rPr kumimoji="1" lang="ko-KR" altLang="en-US" sz="2000" dirty="0">
                <a:latin typeface="+mj-ea"/>
                <a:ea typeface="+mj-ea"/>
              </a:rPr>
              <a:t>추가 윈도우 노트북 </a:t>
            </a:r>
            <a:r>
              <a:rPr kumimoji="1" lang="en-US" altLang="ko-KR" sz="2000" dirty="0">
                <a:latin typeface="+mj-ea"/>
                <a:ea typeface="+mj-ea"/>
              </a:rPr>
              <a:t>1</a:t>
            </a:r>
            <a:r>
              <a:rPr kumimoji="1" lang="ko-KR" altLang="en-US" sz="2000" dirty="0">
                <a:latin typeface="+mj-ea"/>
                <a:ea typeface="+mj-ea"/>
              </a:rPr>
              <a:t>대</a:t>
            </a:r>
            <a:r>
              <a:rPr kumimoji="1" lang="en-US" altLang="ko-KR" sz="2000" dirty="0">
                <a:latin typeface="+mj-ea"/>
                <a:ea typeface="+mj-ea"/>
              </a:rPr>
              <a:t>)</a:t>
            </a:r>
          </a:p>
          <a:p>
            <a:r>
              <a:rPr kumimoji="1" lang="ko-KR" altLang="en-US" sz="2000" dirty="0">
                <a:latin typeface="+mj-ea"/>
                <a:ea typeface="+mj-ea"/>
              </a:rPr>
              <a:t>취미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골프</a:t>
            </a:r>
            <a:r>
              <a:rPr kumimoji="1" lang="en-US" altLang="ko-KR" sz="2000" dirty="0">
                <a:latin typeface="+mj-ea"/>
                <a:ea typeface="+mj-ea"/>
              </a:rPr>
              <a:t>,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ko-KR" altLang="en-US" sz="2000" dirty="0" err="1">
                <a:latin typeface="+mj-ea"/>
                <a:ea typeface="+mj-ea"/>
              </a:rPr>
              <a:t>식물가꾸기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ko-KR" altLang="en-US" sz="2000" dirty="0">
                <a:latin typeface="+mj-ea"/>
                <a:ea typeface="+mj-ea"/>
              </a:rPr>
              <a:t>좌우명</a:t>
            </a:r>
            <a:r>
              <a:rPr kumimoji="1" lang="en-US" altLang="ko-KR" sz="2000" dirty="0">
                <a:latin typeface="+mj-ea"/>
                <a:ea typeface="+mj-ea"/>
              </a:rPr>
              <a:t>:</a:t>
            </a:r>
            <a:r>
              <a:rPr kumimoji="1" lang="ko-KR" altLang="en-US" sz="2000" dirty="0">
                <a:latin typeface="+mj-ea"/>
                <a:ea typeface="+mj-ea"/>
              </a:rPr>
              <a:t> 언제나 플랜 </a:t>
            </a:r>
            <a:r>
              <a:rPr kumimoji="1" lang="en-US" altLang="ko-KR" sz="2000" dirty="0">
                <a:latin typeface="+mj-ea"/>
                <a:ea typeface="+mj-ea"/>
              </a:rPr>
              <a:t>B, C,</a:t>
            </a:r>
            <a:r>
              <a:rPr kumimoji="1" lang="ko-KR" altLang="en-US" sz="2000" dirty="0">
                <a:latin typeface="+mj-ea"/>
                <a:ea typeface="+mj-ea"/>
              </a:rPr>
              <a:t> </a:t>
            </a:r>
            <a:r>
              <a:rPr kumimoji="1" lang="en-US" altLang="ko-KR" sz="2000" dirty="0">
                <a:latin typeface="+mj-ea"/>
                <a:ea typeface="+mj-ea"/>
              </a:rPr>
              <a:t>D</a:t>
            </a:r>
            <a:r>
              <a:rPr kumimoji="1" lang="ko-KR" altLang="en-US" sz="2000" dirty="0" err="1">
                <a:latin typeface="+mj-ea"/>
                <a:ea typeface="+mj-ea"/>
              </a:rPr>
              <a:t>를</a:t>
            </a:r>
            <a:r>
              <a:rPr kumimoji="1" lang="ko-KR" altLang="en-US" sz="2000" dirty="0">
                <a:latin typeface="+mj-ea"/>
                <a:ea typeface="+mj-ea"/>
              </a:rPr>
              <a:t> 준비하자</a:t>
            </a:r>
            <a:endParaRPr kumimoji="1" lang="en-US" altLang="ko-KR" sz="2000" dirty="0">
              <a:latin typeface="+mj-ea"/>
              <a:ea typeface="+mj-ea"/>
            </a:endParaRPr>
          </a:p>
          <a:p>
            <a:r>
              <a:rPr kumimoji="1" lang="ko-KR" altLang="en-US" sz="2000" dirty="0">
                <a:latin typeface="+mj-ea"/>
                <a:ea typeface="+mj-ea"/>
              </a:rPr>
              <a:t>이 과정을 통해서 데이터 분석</a:t>
            </a:r>
            <a:r>
              <a:rPr kumimoji="1" lang="en-US" altLang="ko-KR" sz="2000" dirty="0">
                <a:latin typeface="+mj-ea"/>
                <a:ea typeface="+mj-ea"/>
              </a:rPr>
              <a:t>,</a:t>
            </a:r>
            <a:r>
              <a:rPr kumimoji="1" lang="ko-KR" altLang="en-US" sz="2000" dirty="0">
                <a:latin typeface="+mj-ea"/>
                <a:ea typeface="+mj-ea"/>
              </a:rPr>
              <a:t> 인공지능 역량 개발을 희망합니다</a:t>
            </a:r>
            <a:r>
              <a:rPr kumimoji="1" lang="en-US" altLang="ko-KR" sz="2000" dirty="0">
                <a:latin typeface="+mj-ea"/>
                <a:ea typeface="+mj-ea"/>
              </a:rPr>
              <a:t>.</a:t>
            </a:r>
          </a:p>
          <a:p>
            <a:endParaRPr kumimoji="1" lang="en-US" altLang="ko-KR" sz="2000" dirty="0">
              <a:latin typeface="+mj-ea"/>
              <a:ea typeface="+mj-ea"/>
            </a:endParaRPr>
          </a:p>
          <a:p>
            <a:endParaRPr kumimoji="1" lang="ko-Kore-KR" altLang="en-US" sz="2000" dirty="0">
              <a:latin typeface="+mj-ea"/>
              <a:ea typeface="+mj-ea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125B9B-4C8F-330C-822C-F1E5452CFE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443" r="16964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effectLst/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F400EE-A8A5-48AF-B4D6-291B52C6F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080934" y="2115117"/>
            <a:ext cx="6309360" cy="0"/>
          </a:xfrm>
          <a:prstGeom prst="line">
            <a:avLst/>
          </a:prstGeom>
          <a:ln w="19050">
            <a:solidFill>
              <a:srgbClr val="FA6C4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6484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49</Words>
  <Application>Microsoft Macintosh PowerPoint</Application>
  <PresentationFormat>와이드스크린</PresentationFormat>
  <Paragraphs>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Arial</vt:lpstr>
      <vt:lpstr>Calibri</vt:lpstr>
      <vt:lpstr>Calibri Light</vt:lpstr>
      <vt:lpstr>Office 테마</vt:lpstr>
      <vt:lpstr>자기소개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자기소개</dc:title>
  <dc:creator>Jason Park</dc:creator>
  <cp:lastModifiedBy>Jason Park</cp:lastModifiedBy>
  <cp:revision>1</cp:revision>
  <dcterms:created xsi:type="dcterms:W3CDTF">2022-08-24T04:03:13Z</dcterms:created>
  <dcterms:modified xsi:type="dcterms:W3CDTF">2022-08-24T07:47:48Z</dcterms:modified>
</cp:coreProperties>
</file>