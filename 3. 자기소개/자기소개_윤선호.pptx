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57" r:id="rId3"/>
    <p:sldId id="264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61"/>
  </p:normalViewPr>
  <p:slideViewPr>
    <p:cSldViewPr snapToGrid="0" snapToObjects="1">
      <p:cViewPr>
        <p:scale>
          <a:sx n="75" d="100"/>
          <a:sy n="75" d="100"/>
        </p:scale>
        <p:origin x="-946" y="-2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C9F0CF49-CE39-5842-93ED-5F5C7DD001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6536531" cy="6858000"/>
          </a:xfrm>
          <a:prstGeom prst="rect">
            <a:avLst/>
          </a:prstGeom>
        </p:spPr>
      </p:pic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xmlns="" id="{EA1D7088-1BF9-2F4B-9EFA-4650839CD997}"/>
              </a:ext>
            </a:extLst>
          </p:cNvPr>
          <p:cNvSpPr/>
          <p:nvPr userDrawn="1"/>
        </p:nvSpPr>
        <p:spPr>
          <a:xfrm>
            <a:off x="6789682" y="3825766"/>
            <a:ext cx="262759" cy="86184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586916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xmlns="" id="{F8E8D2E9-3412-6A4F-8299-95CABE8A8516}"/>
              </a:ext>
            </a:extLst>
          </p:cNvPr>
          <p:cNvSpPr/>
          <p:nvPr userDrawn="1"/>
        </p:nvSpPr>
        <p:spPr>
          <a:xfrm>
            <a:off x="1137745" y="1250731"/>
            <a:ext cx="3570890" cy="75149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385258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286708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026027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285341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63461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109613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xmlns="" id="{16D57293-3E02-2343-BD32-C2B97E3F628E}"/>
              </a:ext>
            </a:extLst>
          </p:cNvPr>
          <p:cNvSpPr/>
          <p:nvPr userDrawn="1"/>
        </p:nvSpPr>
        <p:spPr>
          <a:xfrm>
            <a:off x="4310555" y="3053255"/>
            <a:ext cx="3570890" cy="75149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013367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34A901D-5670-7649-8704-B69C96E8B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969B26F1-5C24-8C42-B12B-D6632FD066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8441C5C2-6BB9-5543-BE99-81DB977B02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27AF1D52-4D7C-D448-9AF6-D5DE72632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6CD5E-8256-854D-B9D9-F1ED181C6A61}" type="datetimeFigureOut">
              <a:rPr kumimoji="1" lang="ko-KR" altLang="en-US" smtClean="0"/>
              <a:pPr/>
              <a:t>2022-08-24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2B358652-B17E-D647-8F15-5DE2F0E06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A64292CD-CD10-254C-8D6E-F1A94249A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2DC29-BE8F-734B-88E5-4E2BB9DF13B1}" type="slidenum">
              <a:rPr kumimoji="1" lang="ko-KR" altLang="en-US" smtClean="0"/>
              <a:pPr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759559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7AAE722-0433-8A44-851C-90B27077C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A7B62F66-9D23-BF4F-A290-2FBEC4887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2ED56B4F-7D11-064A-AB60-A5B576862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6CD5E-8256-854D-B9D9-F1ED181C6A61}" type="datetimeFigureOut">
              <a:rPr kumimoji="1" lang="ko-KR" altLang="en-US" smtClean="0"/>
              <a:pPr/>
              <a:t>2022-08-24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E263B2D-0128-8A42-BDC4-484008DA6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41645B90-C0D0-1642-B841-BC724956F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2DC29-BE8F-734B-88E5-4E2BB9DF13B1}" type="slidenum">
              <a:rPr kumimoji="1" lang="ko-KR" altLang="en-US" smtClean="0"/>
              <a:pPr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91645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23BBADBF-DA98-1346-813F-A2AC25C188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E71DCB14-25F7-5944-913C-4BC0FA199B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AB9F125D-E85E-4245-A5FA-E760BD573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6CD5E-8256-854D-B9D9-F1ED181C6A61}" type="datetimeFigureOut">
              <a:rPr kumimoji="1" lang="ko-KR" altLang="en-US" smtClean="0"/>
              <a:pPr/>
              <a:t>2022-08-24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AB14749B-CEAB-4A4A-A390-C2E6301A1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1F231800-C791-1146-9190-3FBDB4C8F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2DC29-BE8F-734B-88E5-4E2BB9DF13B1}" type="slidenum">
              <a:rPr kumimoji="1" lang="ko-KR" altLang="en-US" smtClean="0"/>
              <a:pPr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010004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75FC3C51-659B-8A4D-99CC-692273393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5FC0C989-10BE-AC4A-82E7-5B561F9E85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D5C47A00-2BA7-BA4A-AE41-1F023D850F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F6CD5E-8256-854D-B9D9-F1ED181C6A61}" type="datetimeFigureOut">
              <a:rPr kumimoji="1" lang="ko-KR" altLang="en-US" smtClean="0"/>
              <a:pPr/>
              <a:t>2022-08-24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584EFFBB-44CB-2F4B-9857-E38AD260E5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569FDA2F-9D0B-3D43-961E-F6E123D26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42DC29-BE8F-734B-88E5-4E2BB9DF13B1}" type="slidenum">
              <a:rPr kumimoji="1" lang="ko-KR" altLang="en-US" smtClean="0"/>
              <a:pPr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352639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0" r:id="rId2"/>
    <p:sldLayoutId id="2147483653" r:id="rId3"/>
    <p:sldLayoutId id="2147483649" r:id="rId4"/>
    <p:sldLayoutId id="2147483652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805680" y="3149600"/>
            <a:ext cx="3281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>
                <a:solidFill>
                  <a:schemeClr val="bg1"/>
                </a:solidFill>
                <a:latin typeface="Bell MT" pitchFamily="18" charset="0"/>
              </a:rPr>
              <a:t>WELECOME</a:t>
            </a:r>
            <a:r>
              <a:rPr lang="en-US" altLang="ko-KR" dirty="0" smtClean="0">
                <a:solidFill>
                  <a:schemeClr val="bg1"/>
                </a:solidFill>
              </a:rPr>
              <a:t> 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48145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xmlns="" id="{B36BB003-82C6-3C4F-9FDD-DDAE7D08F9F8}"/>
              </a:ext>
            </a:extLst>
          </p:cNvPr>
          <p:cNvSpPr/>
          <p:nvPr/>
        </p:nvSpPr>
        <p:spPr>
          <a:xfrm>
            <a:off x="2250876" y="2316480"/>
            <a:ext cx="13917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3200" b="1" dirty="0" smtClean="0">
                <a:latin typeface="함초롬바탕 확장" pitchFamily="18" charset="-127"/>
                <a:ea typeface="함초롬바탕 확장" pitchFamily="18" charset="-127"/>
                <a:cs typeface="함초롬바탕" pitchFamily="18" charset="-127"/>
              </a:rPr>
              <a:t>윤선</a:t>
            </a:r>
            <a:r>
              <a:rPr lang="ko-KR" altLang="en-US" sz="3200" b="1" dirty="0" smtClean="0">
                <a:latin typeface="함초롬바탕 확장" pitchFamily="18" charset="-127"/>
                <a:ea typeface="함초롬바탕 확장" pitchFamily="18" charset="-127"/>
                <a:cs typeface="함초롬바탕" pitchFamily="18" charset="-127"/>
              </a:rPr>
              <a:t>호</a:t>
            </a:r>
            <a:endParaRPr lang="ko-KR" altLang="en-US" sz="3200" b="1" dirty="0">
              <a:latin typeface="함초롬바탕 확장" pitchFamily="18" charset="-127"/>
              <a:ea typeface="함초롬바탕 확장" pitchFamily="18" charset="-127"/>
              <a:cs typeface="함초롬바탕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0A49AA01-91EC-BB4E-8D6A-7525A518DC6C}"/>
              </a:ext>
            </a:extLst>
          </p:cNvPr>
          <p:cNvSpPr txBox="1"/>
          <p:nvPr/>
        </p:nvSpPr>
        <p:spPr>
          <a:xfrm>
            <a:off x="2098476" y="1364866"/>
            <a:ext cx="1717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800" dirty="0" smtClean="0">
                <a:solidFill>
                  <a:schemeClr val="bg1"/>
                </a:solidFill>
                <a:latin typeface="Bell MT" pitchFamily="18" charset="0"/>
              </a:rPr>
              <a:t>자기 소개</a:t>
            </a:r>
            <a:endParaRPr kumimoji="1" lang="ko-KR" altLang="en-US" sz="2800" dirty="0">
              <a:solidFill>
                <a:schemeClr val="bg1"/>
              </a:solidFill>
              <a:latin typeface="Bell MT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29360" y="3291840"/>
            <a:ext cx="4785360" cy="258532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ko-KR" altLang="en-US" dirty="0" smtClean="0"/>
              <a:t>생년월일 </a:t>
            </a:r>
            <a:r>
              <a:rPr lang="en-US" altLang="ko-KR" dirty="0" smtClean="0"/>
              <a:t>: 1993/ 10/ 16</a:t>
            </a:r>
          </a:p>
          <a:p>
            <a:pPr marL="342900" indent="-342900">
              <a:buFont typeface="Arial" pitchFamily="34" charset="0"/>
              <a:buChar char="•"/>
            </a:pPr>
            <a:endParaRPr lang="en-US" altLang="ko-KR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ko-KR" altLang="en-US" dirty="0" smtClean="0"/>
              <a:t>전공 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나노고분자공학과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비전공</a:t>
            </a:r>
            <a:r>
              <a:rPr lang="en-US" altLang="ko-KR" dirty="0" smtClean="0"/>
              <a:t>)</a:t>
            </a:r>
            <a:endParaRPr lang="ko-KR" altLang="en-US" dirty="0" smtClean="0"/>
          </a:p>
          <a:p>
            <a:pPr marL="342900" indent="-342900">
              <a:buFont typeface="Arial" pitchFamily="34" charset="0"/>
              <a:buChar char="•"/>
            </a:pPr>
            <a:endParaRPr lang="en-US" altLang="ko-KR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ko-KR" altLang="en-US" dirty="0" smtClean="0"/>
              <a:t>휴대폰 </a:t>
            </a:r>
            <a:r>
              <a:rPr lang="ko-KR" altLang="en-US" dirty="0" smtClean="0"/>
              <a:t>번호 </a:t>
            </a:r>
            <a:r>
              <a:rPr lang="en-US" altLang="ko-KR" dirty="0" smtClean="0"/>
              <a:t>: 010 – 4991 - 4909 </a:t>
            </a:r>
            <a:endParaRPr lang="ko-KR" altLang="en-US" dirty="0" smtClean="0"/>
          </a:p>
          <a:p>
            <a:pPr marL="342900" indent="-342900">
              <a:buFont typeface="Arial" pitchFamily="34" charset="0"/>
              <a:buChar char="•"/>
            </a:pPr>
            <a:endParaRPr lang="en-US" altLang="ko-KR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altLang="ko-KR" dirty="0" err="1" smtClean="0"/>
              <a:t>Github</a:t>
            </a:r>
            <a:r>
              <a:rPr lang="ko-KR" altLang="en-US" dirty="0" smtClean="0"/>
              <a:t>주소 </a:t>
            </a:r>
            <a:r>
              <a:rPr lang="en-US" altLang="ko-KR" dirty="0" smtClean="0"/>
              <a:t>: github.com/</a:t>
            </a:r>
            <a:r>
              <a:rPr lang="en-US" altLang="ko-KR" dirty="0" err="1" smtClean="0"/>
              <a:t>YoonSeonHoPref</a:t>
            </a:r>
            <a:r>
              <a:rPr lang="en-US" altLang="ko-KR" dirty="0" smtClean="0"/>
              <a:t> </a:t>
            </a:r>
            <a:endParaRPr lang="ko-KR" altLang="en-US" dirty="0" smtClean="0"/>
          </a:p>
          <a:p>
            <a:pPr marL="342900" indent="-342900">
              <a:buFont typeface="Arial" pitchFamily="34" charset="0"/>
              <a:buChar char="•"/>
            </a:pPr>
            <a:endParaRPr lang="ko-KR" altLang="en-US" dirty="0"/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xmlns="" id="{87C06125-C0A1-6540-892A-FE4770A4611D}"/>
              </a:ext>
            </a:extLst>
          </p:cNvPr>
          <p:cNvSpPr/>
          <p:nvPr/>
        </p:nvSpPr>
        <p:spPr>
          <a:xfrm>
            <a:off x="5791201" y="675108"/>
            <a:ext cx="2860214" cy="2926079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xmlns="" id="{1B280AC4-0752-8A40-B33E-14C67FEC4B23}"/>
              </a:ext>
            </a:extLst>
          </p:cNvPr>
          <p:cNvSpPr/>
          <p:nvPr/>
        </p:nvSpPr>
        <p:spPr>
          <a:xfrm>
            <a:off x="5791201" y="3596640"/>
            <a:ext cx="2860213" cy="292153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xmlns="" id="{70A642B3-2ADA-B94A-97F7-2900E7E72AAE}"/>
              </a:ext>
            </a:extLst>
          </p:cNvPr>
          <p:cNvSpPr/>
          <p:nvPr/>
        </p:nvSpPr>
        <p:spPr>
          <a:xfrm>
            <a:off x="5791200" y="1577816"/>
            <a:ext cx="286021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 smtClean="0">
                <a:solidFill>
                  <a:schemeClr val="bg1"/>
                </a:solidFill>
              </a:rPr>
              <a:t>SAMSUNG </a:t>
            </a:r>
            <a:r>
              <a:rPr lang="ko-KR" altLang="en-US" sz="1600" dirty="0" smtClean="0">
                <a:solidFill>
                  <a:schemeClr val="bg1"/>
                </a:solidFill>
              </a:rPr>
              <a:t>노트북</a:t>
            </a:r>
            <a:endParaRPr lang="en-US" altLang="ko-KR" sz="1600" dirty="0" smtClean="0">
              <a:solidFill>
                <a:schemeClr val="bg1"/>
              </a:solidFill>
            </a:endParaRPr>
          </a:p>
          <a:p>
            <a:endParaRPr lang="en-US" altLang="ko-KR" sz="1600" dirty="0" smtClean="0">
              <a:solidFill>
                <a:schemeClr val="bg1"/>
              </a:solidFill>
            </a:endParaRPr>
          </a:p>
          <a:p>
            <a:r>
              <a:rPr lang="ko-KR" altLang="en-US" sz="1600" dirty="0" smtClean="0">
                <a:solidFill>
                  <a:schemeClr val="bg1"/>
                </a:solidFill>
              </a:rPr>
              <a:t>아이패드 </a:t>
            </a:r>
            <a:endParaRPr lang="en-US" altLang="ko-KR" sz="1600" dirty="0" smtClean="0">
              <a:solidFill>
                <a:schemeClr val="bg1"/>
              </a:solidFill>
            </a:endParaRPr>
          </a:p>
          <a:p>
            <a:endParaRPr lang="en-US" altLang="ko-KR" sz="1600" dirty="0" smtClean="0">
              <a:solidFill>
                <a:schemeClr val="bg1"/>
              </a:solidFill>
            </a:endParaRPr>
          </a:p>
          <a:p>
            <a:r>
              <a:rPr lang="ko-KR" altLang="en-US" sz="1600" dirty="0" err="1" smtClean="0">
                <a:solidFill>
                  <a:schemeClr val="bg1"/>
                </a:solidFill>
              </a:rPr>
              <a:t>갤럭시</a:t>
            </a:r>
            <a:r>
              <a:rPr lang="ko-KR" altLang="en-US" sz="1600" dirty="0" smtClean="0">
                <a:solidFill>
                  <a:schemeClr val="bg1"/>
                </a:solidFill>
              </a:rPr>
              <a:t> 노트  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xmlns="" id="{1B280AC4-0752-8A40-B33E-14C67FEC4B23}"/>
              </a:ext>
            </a:extLst>
          </p:cNvPr>
          <p:cNvSpPr/>
          <p:nvPr/>
        </p:nvSpPr>
        <p:spPr>
          <a:xfrm>
            <a:off x="8651415" y="675108"/>
            <a:ext cx="2860213" cy="292153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695440" y="985520"/>
            <a:ext cx="1188720" cy="379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bg1"/>
                </a:solidFill>
              </a:rPr>
              <a:t>Device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489440" y="995534"/>
            <a:ext cx="1076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 </a:t>
            </a:r>
            <a:r>
              <a:rPr lang="en-US" altLang="ko-KR" dirty="0" smtClean="0"/>
              <a:t>Hobby</a:t>
            </a:r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xmlns="" id="{70A642B3-2ADA-B94A-97F7-2900E7E72AAE}"/>
              </a:ext>
            </a:extLst>
          </p:cNvPr>
          <p:cNvSpPr/>
          <p:nvPr/>
        </p:nvSpPr>
        <p:spPr>
          <a:xfrm>
            <a:off x="8651415" y="1531650"/>
            <a:ext cx="2860213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 smtClean="0"/>
              <a:t>헬스운동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드라이브 좋아함</a:t>
            </a:r>
            <a:endParaRPr lang="en-US" altLang="ko-KR" sz="1600" dirty="0" smtClean="0"/>
          </a:p>
          <a:p>
            <a:endParaRPr lang="en-US" altLang="ko-KR" sz="1600" dirty="0" smtClean="0"/>
          </a:p>
          <a:p>
            <a:r>
              <a:rPr lang="ko-KR" altLang="en-US" sz="1600" dirty="0" smtClean="0"/>
              <a:t>일본어 노래 번역</a:t>
            </a:r>
            <a:endParaRPr lang="en-US" altLang="ko-KR" sz="1600" dirty="0" smtClean="0"/>
          </a:p>
          <a:p>
            <a:endParaRPr lang="en-US" altLang="ko-KR" sz="1600" dirty="0" smtClean="0"/>
          </a:p>
          <a:p>
            <a:r>
              <a:rPr lang="ko-KR" altLang="en-US" sz="1600" dirty="0" smtClean="0"/>
              <a:t>그림 감상 </a:t>
            </a:r>
            <a:r>
              <a:rPr lang="en-US" altLang="ko-KR" sz="1600" dirty="0" smtClean="0"/>
              <a:t>(tree13)</a:t>
            </a:r>
          </a:p>
          <a:p>
            <a:r>
              <a:rPr lang="ko-KR" altLang="en-US" sz="1600" dirty="0" smtClean="0">
                <a:solidFill>
                  <a:schemeClr val="bg1"/>
                </a:solidFill>
              </a:rPr>
              <a:t>노트북</a:t>
            </a:r>
            <a:endParaRPr lang="en-US" altLang="ko-KR" sz="1600" dirty="0" smtClean="0">
              <a:solidFill>
                <a:schemeClr val="bg1"/>
              </a:solidFill>
            </a:endParaRPr>
          </a:p>
          <a:p>
            <a:r>
              <a:rPr lang="ko-KR" altLang="en-US" sz="1600" dirty="0" smtClean="0">
                <a:solidFill>
                  <a:schemeClr val="bg1"/>
                </a:solidFill>
              </a:rPr>
              <a:t>아이패드 </a:t>
            </a:r>
            <a:endParaRPr lang="en-US" altLang="ko-KR" sz="1600" dirty="0" smtClean="0">
              <a:solidFill>
                <a:schemeClr val="bg1"/>
              </a:solidFill>
            </a:endParaRPr>
          </a:p>
          <a:p>
            <a:r>
              <a:rPr lang="ko-KR" altLang="en-US" sz="1600" dirty="0" err="1" smtClean="0">
                <a:solidFill>
                  <a:schemeClr val="bg1"/>
                </a:solidFill>
              </a:rPr>
              <a:t>갤럭시노트</a:t>
            </a:r>
            <a:r>
              <a:rPr lang="ko-KR" altLang="en-US" sz="1600" dirty="0" smtClean="0">
                <a:solidFill>
                  <a:schemeClr val="bg1"/>
                </a:solidFill>
              </a:rPr>
              <a:t>  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695440" y="3842844"/>
            <a:ext cx="1076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 </a:t>
            </a:r>
            <a:r>
              <a:rPr lang="ko-KR" altLang="en-US" dirty="0" smtClean="0"/>
              <a:t>좌우명</a:t>
            </a:r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xmlns="" id="{70A642B3-2ADA-B94A-97F7-2900E7E72AAE}"/>
              </a:ext>
            </a:extLst>
          </p:cNvPr>
          <p:cNvSpPr/>
          <p:nvPr/>
        </p:nvSpPr>
        <p:spPr>
          <a:xfrm>
            <a:off x="5791202" y="4212176"/>
            <a:ext cx="286021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ko-KR" sz="1600" dirty="0" smtClean="0"/>
          </a:p>
          <a:p>
            <a:r>
              <a:rPr lang="ko-KR" altLang="en-US" sz="1600" dirty="0" smtClean="0"/>
              <a:t>후회 없는 선택을 하자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 smtClean="0"/>
          </a:p>
          <a:p>
            <a:r>
              <a:rPr lang="en-US" altLang="ko-KR" sz="1600" dirty="0" smtClean="0"/>
              <a:t>1</a:t>
            </a:r>
            <a:r>
              <a:rPr lang="ko-KR" altLang="en-US" sz="1600" dirty="0" smtClean="0"/>
              <a:t>년을 살아도 </a:t>
            </a:r>
            <a:endParaRPr lang="en-US" altLang="ko-KR" sz="1600" dirty="0" smtClean="0"/>
          </a:p>
          <a:p>
            <a:endParaRPr lang="en-US" altLang="ko-KR" sz="1600" dirty="0" smtClean="0"/>
          </a:p>
          <a:p>
            <a:r>
              <a:rPr lang="ko-KR" altLang="en-US" sz="1600" dirty="0" smtClean="0"/>
              <a:t>내가 하고 싶은 것을 하자</a:t>
            </a:r>
            <a:r>
              <a:rPr lang="en-US" altLang="ko-KR" sz="1600" dirty="0" smtClean="0"/>
              <a:t>.</a:t>
            </a:r>
          </a:p>
          <a:p>
            <a:endParaRPr lang="en-US" altLang="ko-KR" sz="1600" dirty="0" smtClean="0">
              <a:solidFill>
                <a:schemeClr val="bg1"/>
              </a:solidFill>
            </a:endParaRP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xmlns="" id="{87C06125-C0A1-6540-892A-FE4770A4611D}"/>
              </a:ext>
            </a:extLst>
          </p:cNvPr>
          <p:cNvSpPr/>
          <p:nvPr/>
        </p:nvSpPr>
        <p:spPr>
          <a:xfrm>
            <a:off x="8651413" y="3601187"/>
            <a:ext cx="2860214" cy="2926079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xmlns="" id="{70A642B3-2ADA-B94A-97F7-2900E7E72AAE}"/>
              </a:ext>
            </a:extLst>
          </p:cNvPr>
          <p:cNvSpPr/>
          <p:nvPr/>
        </p:nvSpPr>
        <p:spPr>
          <a:xfrm>
            <a:off x="8651413" y="4458398"/>
            <a:ext cx="354058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 smtClean="0">
                <a:solidFill>
                  <a:schemeClr val="bg1"/>
                </a:solidFill>
              </a:rPr>
              <a:t>AI</a:t>
            </a:r>
            <a:r>
              <a:rPr lang="ko-KR" altLang="en-US" sz="1600" dirty="0" smtClean="0">
                <a:solidFill>
                  <a:schemeClr val="bg1"/>
                </a:solidFill>
              </a:rPr>
              <a:t>를 이용한</a:t>
            </a:r>
            <a:r>
              <a:rPr lang="en-US" altLang="ko-KR" sz="1600" dirty="0" smtClean="0">
                <a:solidFill>
                  <a:schemeClr val="bg1"/>
                </a:solidFill>
              </a:rPr>
              <a:t> </a:t>
            </a:r>
            <a:endParaRPr lang="en-US" altLang="ko-KR" sz="1600" dirty="0" smtClean="0">
              <a:solidFill>
                <a:schemeClr val="bg1"/>
              </a:solidFill>
            </a:endParaRPr>
          </a:p>
          <a:p>
            <a:endParaRPr lang="en-US" altLang="ko-KR" sz="1600" dirty="0" smtClean="0">
              <a:solidFill>
                <a:schemeClr val="bg1"/>
              </a:solidFill>
            </a:endParaRPr>
          </a:p>
          <a:p>
            <a:r>
              <a:rPr lang="ko-KR" altLang="en-US" sz="1600" dirty="0" err="1" smtClean="0">
                <a:solidFill>
                  <a:schemeClr val="bg1"/>
                </a:solidFill>
              </a:rPr>
              <a:t>어플</a:t>
            </a:r>
            <a:r>
              <a:rPr lang="ko-KR" altLang="en-US" sz="1600" dirty="0" smtClean="0">
                <a:solidFill>
                  <a:schemeClr val="bg1"/>
                </a:solidFill>
              </a:rPr>
              <a:t> 및 웹사이트 개발</a:t>
            </a:r>
            <a:endParaRPr lang="en-US" altLang="ko-KR" sz="1600" dirty="0" smtClean="0">
              <a:solidFill>
                <a:schemeClr val="bg1"/>
              </a:solidFill>
            </a:endParaRPr>
          </a:p>
          <a:p>
            <a:endParaRPr lang="en-US" altLang="ko-KR" sz="1600" dirty="0" smtClean="0">
              <a:solidFill>
                <a:schemeClr val="bg1"/>
              </a:solidFill>
            </a:endParaRPr>
          </a:p>
          <a:p>
            <a:r>
              <a:rPr lang="ko-KR" altLang="en-US" sz="1600" dirty="0" smtClean="0">
                <a:solidFill>
                  <a:schemeClr val="bg1"/>
                </a:solidFill>
              </a:rPr>
              <a:t>팀 프로젝트를 통한 협동심 </a:t>
            </a:r>
            <a:endParaRPr lang="en-US" altLang="ko-KR" sz="1600" dirty="0" smtClean="0">
              <a:solidFill>
                <a:schemeClr val="bg1"/>
              </a:solidFill>
            </a:endParaRPr>
          </a:p>
          <a:p>
            <a:endParaRPr lang="en-US" altLang="ko-KR" sz="1600" dirty="0" smtClean="0">
              <a:solidFill>
                <a:schemeClr val="bg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915573" y="3842844"/>
            <a:ext cx="2860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>
                <a:solidFill>
                  <a:schemeClr val="bg1"/>
                </a:solidFill>
              </a:rPr>
              <a:t>교육에서 기대하는 것</a:t>
            </a:r>
            <a:endParaRPr lang="ko-KR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08284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22A0437-3774-614B-8152-2094FBBA1A78}"/>
              </a:ext>
            </a:extLst>
          </p:cNvPr>
          <p:cNvSpPr txBox="1"/>
          <p:nvPr/>
        </p:nvSpPr>
        <p:spPr>
          <a:xfrm>
            <a:off x="4542882" y="3119120"/>
            <a:ext cx="31716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3200" b="1" dirty="0">
                <a:solidFill>
                  <a:schemeClr val="bg1"/>
                </a:solidFill>
                <a:latin typeface="Bell MT" panose="02020503060305020303" pitchFamily="18" charset="0"/>
              </a:rPr>
              <a:t>THANK YOU </a:t>
            </a:r>
            <a:r>
              <a:rPr kumimoji="1" lang="en-US" altLang="ko-KR" sz="3200" b="1" dirty="0">
                <a:solidFill>
                  <a:schemeClr val="bg1"/>
                </a:solidFill>
                <a:latin typeface="Bell MT" panose="02020503060305020303" pitchFamily="18" charset="0"/>
                <a:sym typeface="Wingdings" pitchFamily="2" charset="2"/>
              </a:rPr>
              <a:t></a:t>
            </a:r>
            <a:endParaRPr kumimoji="1" lang="ko-KR" altLang="en-US" sz="3200" b="1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48145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85</Words>
  <Application>Microsoft Office PowerPoint</Application>
  <PresentationFormat>사용자 지정</PresentationFormat>
  <Paragraphs>39</Paragraphs>
  <Slides>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4" baseType="lpstr">
      <vt:lpstr>Office 테마</vt:lpstr>
      <vt:lpstr>슬라이드 1</vt:lpstr>
      <vt:lpstr>슬라이드 2</vt:lpstr>
      <vt:lpstr>슬라이드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 Sun Joe</dc:creator>
  <cp:lastModifiedBy>Prefer</cp:lastModifiedBy>
  <cp:revision>8</cp:revision>
  <dcterms:created xsi:type="dcterms:W3CDTF">2022-02-20T01:58:02Z</dcterms:created>
  <dcterms:modified xsi:type="dcterms:W3CDTF">2022-08-24T06:10:09Z</dcterms:modified>
</cp:coreProperties>
</file>