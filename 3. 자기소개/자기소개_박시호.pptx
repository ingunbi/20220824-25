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6" r:id="rId2"/>
    <p:sldId id="295" r:id="rId3"/>
    <p:sldId id="29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151"/>
    <a:srgbClr val="FA9694"/>
    <a:srgbClr val="8DA9FA"/>
    <a:srgbClr val="7481F5"/>
    <a:srgbClr val="C07BD4"/>
    <a:srgbClr val="FDAE76"/>
    <a:srgbClr val="C5C5C5"/>
    <a:srgbClr val="F9EA91"/>
    <a:srgbClr val="E098C5"/>
    <a:srgbClr val="9A82B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651D9-9B70-4630-9D04-3B537DC727B1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B96DA-43AD-4432-A411-76DE7A7E9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67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EA28F-7368-486A-9024-BBB224E64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6F71B9-1E33-4694-8956-ACBAF5A1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7AA5F-AF5A-4338-80A0-C54B7B10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AF388-5FBD-448C-AE42-90F002B7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A7F18-81DD-4A83-BF43-3CE52D3C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3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55FDB-E9B3-4437-972F-A8996F4F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48275-7472-412B-8B17-F2763498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8398F-D877-4163-A86C-2B6FDF68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DFEF3-D919-4332-BFE2-8B557D35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BD3E71-5DED-4191-8AF3-830405FA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0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F4DCE-303E-4E3E-9BCF-ECD69622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C1418-EFF4-4ABB-A8A2-13C4C404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D06B2-F28F-4D1F-B421-51AFB170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4C5F4-FF49-44E0-BCE8-DC83AC91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9ACD7-F58F-47F4-B3BB-99883C8A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8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CA43D-793D-4FC3-8DC0-926E8AE8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C2C2D-EFFC-4073-BAFF-B2C620717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11E39-D016-478E-8672-C693DD5F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723C66-7ACB-40A8-B954-E90CF9F4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B1B585-6927-45CA-99CB-745825E3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D68B25-D9CC-4DF6-8E85-4C9C6256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21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ADA13-978F-48D9-9E3A-AD62FCAF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EC2F43-3A00-4ED4-ADC9-7B7B98A34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94338E-43A8-4F7C-B209-3D51B4BF7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7B99EF-506B-49A6-B15B-4D99F197D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D76911-C48E-4563-B30A-8464DF511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484652-652A-481F-BC58-3ED65E58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67E301-FEC8-42F5-80A4-0955364E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31CAD9-CA43-415A-85A3-3F49493A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21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B3DA3-9FDB-44D4-BE99-A34ADBE6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A47F6C-074B-48B1-B891-A22981F5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CE4E09-0FB9-4FE6-93F0-94EF820F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81B715-5DE7-4918-A66B-A78F6250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74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07BD82-3F6B-46AB-B7D7-174D3889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EA6DCC-F9F6-4063-BD2B-791E4021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D2F4B-4A68-49F1-9203-01C7FD6C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55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내용 슬라이드">
    <p:bg>
      <p:bgPr>
        <a:gradFill>
          <a:gsLst>
            <a:gs pos="0">
              <a:srgbClr val="FDAE76">
                <a:alpha val="90000"/>
              </a:srgbClr>
            </a:gs>
            <a:gs pos="50000">
              <a:srgbClr val="C07BD4">
                <a:alpha val="80000"/>
              </a:srgbClr>
            </a:gs>
            <a:gs pos="25000">
              <a:srgbClr val="FA9694">
                <a:alpha val="80000"/>
              </a:srgbClr>
            </a:gs>
            <a:gs pos="75000">
              <a:srgbClr val="7481F5">
                <a:alpha val="70000"/>
              </a:srgbClr>
            </a:gs>
            <a:gs pos="97000">
              <a:srgbClr val="8DA9FA">
                <a:alpha val="80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07BD82-3F6B-46AB-B7D7-174D3889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EA6DCC-F9F6-4063-BD2B-791E4021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D2F4B-4A68-49F1-9203-01C7FD6C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5A8DD2-3563-495B-A34C-2BBA4EEE39DD}"/>
              </a:ext>
            </a:extLst>
          </p:cNvPr>
          <p:cNvSpPr/>
          <p:nvPr userDrawn="1"/>
        </p:nvSpPr>
        <p:spPr>
          <a:xfrm>
            <a:off x="124691" y="136525"/>
            <a:ext cx="11953702" cy="6584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8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C6F1B-DAEC-4388-9925-B7404D09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9A122-F5F2-41FD-A371-481D4B07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4ED3FE-CF6A-45F9-AD13-383982D52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5673ED-46F7-4876-857D-565B1C08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DEB0D0-36DF-471C-9EAC-3B3692B6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B20E94-CFEC-4B41-A0AE-51C9EDAB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79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F7EB6-CDB1-47D1-92E5-ECD4557CF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565D33-3E04-4E35-A2C3-E70CDD280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4B6897-686D-4423-914C-3746302F9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F3DB0-57E3-4663-9503-7091A3FB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BCBBAC-B15B-4BE8-B2F7-ED52A7DD3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92EA2E-B560-4C0F-9E49-2CE89597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38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5C025-BC6C-4EDE-BA1F-B01CBADE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E22506-CF0E-41A6-8F03-F49064B86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E66E6-96A1-41DE-8F23-BE3E709E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D5C8-2527-46FF-9BED-73425D0B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41646A-C6C5-4680-A702-2F99070C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35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555B0B-622F-49BE-B5F4-11931D085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9FF6F4-2C02-419E-A884-C90ABD823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ED01EE-69DD-4A08-A500-99932340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AC1984-57C4-45A3-860E-5B806BF6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B816B-7CA5-48B3-BE0B-C1881C57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52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9A52A-3938-4516-9549-17A136EA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DE4A0B-60A4-428D-9D74-774E1405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32F21-BC8C-4B99-AE11-8015A5389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31A5C-28E2-4BF8-B7D5-2C3219CCB6E7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5146D-D496-4313-BC7B-A4C615680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C31EB4-0E1F-45ED-81F3-FD8B13A6F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5273F-521E-4E26-B47D-C76C9633E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84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D3A749-011D-44E4-B820-4EC9DCB989F9}"/>
              </a:ext>
            </a:extLst>
          </p:cNvPr>
          <p:cNvSpPr/>
          <p:nvPr/>
        </p:nvSpPr>
        <p:spPr>
          <a:xfrm>
            <a:off x="4740170" y="1576432"/>
            <a:ext cx="2711659" cy="2711659"/>
          </a:xfrm>
          <a:prstGeom prst="rect">
            <a:avLst/>
          </a:prstGeom>
          <a:noFill/>
          <a:ln w="165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19219-5072-4D1E-B259-B7E71A00C0A6}"/>
              </a:ext>
            </a:extLst>
          </p:cNvPr>
          <p:cNvSpPr txBox="1"/>
          <p:nvPr/>
        </p:nvSpPr>
        <p:spPr>
          <a:xfrm>
            <a:off x="5019993" y="1744576"/>
            <a:ext cx="1261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개발자</a:t>
            </a:r>
            <a:endParaRPr lang="en-US" altLang="ko-KR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E85E9-5F80-4EBD-A1E0-8814BB1B0A67}"/>
              </a:ext>
            </a:extLst>
          </p:cNvPr>
          <p:cNvSpPr txBox="1"/>
          <p:nvPr/>
        </p:nvSpPr>
        <p:spPr>
          <a:xfrm>
            <a:off x="5367947" y="4389015"/>
            <a:ext cx="1456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New Start</a:t>
            </a:r>
            <a:endParaRPr lang="ko-KR" altLang="en-US" b="1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5382E-418E-A49E-CF31-2108B8FCD7AF}"/>
              </a:ext>
            </a:extLst>
          </p:cNvPr>
          <p:cNvSpPr txBox="1"/>
          <p:nvPr/>
        </p:nvSpPr>
        <p:spPr>
          <a:xfrm>
            <a:off x="5533120" y="2331106"/>
            <a:ext cx="1261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프로필</a:t>
            </a:r>
            <a:endParaRPr lang="en-US" altLang="ko-KR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124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C7E6DE9-8384-2DF8-110A-7E8692437D5E}"/>
              </a:ext>
            </a:extLst>
          </p:cNvPr>
          <p:cNvCxnSpPr>
            <a:cxnSpLocks/>
          </p:cNvCxnSpPr>
          <p:nvPr/>
        </p:nvCxnSpPr>
        <p:spPr>
          <a:xfrm>
            <a:off x="799751" y="4049878"/>
            <a:ext cx="3704400" cy="0"/>
          </a:xfrm>
          <a:prstGeom prst="line">
            <a:avLst/>
          </a:prstGeom>
          <a:ln w="28575">
            <a:solidFill>
              <a:srgbClr val="5151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6F8124-C569-8231-5448-13B086B4BBEB}"/>
              </a:ext>
            </a:extLst>
          </p:cNvPr>
          <p:cNvSpPr txBox="1"/>
          <p:nvPr/>
        </p:nvSpPr>
        <p:spPr>
          <a:xfrm>
            <a:off x="716441" y="3673546"/>
            <a:ext cx="8002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박시호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E2F0999-06BF-4DBF-4C70-D9A684BA02C6}"/>
              </a:ext>
            </a:extLst>
          </p:cNvPr>
          <p:cNvCxnSpPr>
            <a:cxnSpLocks/>
          </p:cNvCxnSpPr>
          <p:nvPr/>
        </p:nvCxnSpPr>
        <p:spPr>
          <a:xfrm>
            <a:off x="6480497" y="989293"/>
            <a:ext cx="370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2AF4B4E-EFED-F52A-838B-CC80F2AAEA41}"/>
              </a:ext>
            </a:extLst>
          </p:cNvPr>
          <p:cNvCxnSpPr>
            <a:cxnSpLocks/>
          </p:cNvCxnSpPr>
          <p:nvPr/>
        </p:nvCxnSpPr>
        <p:spPr>
          <a:xfrm>
            <a:off x="6480497" y="2439189"/>
            <a:ext cx="370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5D1A0CE-2ED7-52D5-E9D9-7BF5C83CDC98}"/>
              </a:ext>
            </a:extLst>
          </p:cNvPr>
          <p:cNvCxnSpPr>
            <a:cxnSpLocks/>
          </p:cNvCxnSpPr>
          <p:nvPr/>
        </p:nvCxnSpPr>
        <p:spPr>
          <a:xfrm>
            <a:off x="6480497" y="3901671"/>
            <a:ext cx="370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CE2144-FFA2-C349-D347-56B8FFC65296}"/>
              </a:ext>
            </a:extLst>
          </p:cNvPr>
          <p:cNvSpPr txBox="1"/>
          <p:nvPr/>
        </p:nvSpPr>
        <p:spPr>
          <a:xfrm>
            <a:off x="1516660" y="3734754"/>
            <a:ext cx="8787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Siho</a:t>
            </a:r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 Park</a:t>
            </a: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pic>
        <p:nvPicPr>
          <p:cNvPr id="8" name="그림 7" descr="실외, 하늘, 사람, 대지이(가) 표시된 사진&#10;&#10;자동 생성된 설명">
            <a:extLst>
              <a:ext uri="{FF2B5EF4-FFF2-40B4-BE49-F238E27FC236}">
                <a16:creationId xmlns:a16="http://schemas.microsoft.com/office/drawing/2014/main" id="{22FE936B-EC26-DDBE-4965-57B3C88126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82" y="978334"/>
            <a:ext cx="2439938" cy="243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9F6D00-68C9-8944-12B0-CA2A03228A79}"/>
              </a:ext>
            </a:extLst>
          </p:cNvPr>
          <p:cNvSpPr txBox="1"/>
          <p:nvPr/>
        </p:nvSpPr>
        <p:spPr>
          <a:xfrm>
            <a:off x="211165" y="183115"/>
            <a:ext cx="990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202020204" pitchFamily="34" charset="0"/>
                <a:ea typeface="카페24 써라운드 에어 " pitchFamily="2" charset="-127"/>
                <a:cs typeface="카페24 써라운드 에어 " pitchFamily="2" charset="-127"/>
              </a:rPr>
              <a:t>-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  <a:cs typeface="카페24 써라운드 에어 " pitchFamily="2" charset="-127"/>
              </a:rPr>
              <a:t>Profile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  <a:cs typeface="카페24 써라운드 에어 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80BD7-9382-30C6-313A-466BF709A267}"/>
              </a:ext>
            </a:extLst>
          </p:cNvPr>
          <p:cNvSpPr txBox="1"/>
          <p:nvPr/>
        </p:nvSpPr>
        <p:spPr>
          <a:xfrm>
            <a:off x="743006" y="4153117"/>
            <a:ext cx="594715" cy="252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Birth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A24F8-F4BF-D39F-A4DE-7029E7731E81}"/>
              </a:ext>
            </a:extLst>
          </p:cNvPr>
          <p:cNvSpPr txBox="1"/>
          <p:nvPr/>
        </p:nvSpPr>
        <p:spPr>
          <a:xfrm>
            <a:off x="2374472" y="4155515"/>
            <a:ext cx="10005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1996.08.26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26DC5-A913-2B11-B489-EBF59454E256}"/>
              </a:ext>
            </a:extLst>
          </p:cNvPr>
          <p:cNvSpPr txBox="1"/>
          <p:nvPr/>
        </p:nvSpPr>
        <p:spPr>
          <a:xfrm>
            <a:off x="744404" y="4582354"/>
            <a:ext cx="715260" cy="252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Phone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749C8-AE85-763B-C634-7B0BA56EBB08}"/>
              </a:ext>
            </a:extLst>
          </p:cNvPr>
          <p:cNvSpPr txBox="1"/>
          <p:nvPr/>
        </p:nvSpPr>
        <p:spPr>
          <a:xfrm>
            <a:off x="2367481" y="4584752"/>
            <a:ext cx="13324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010-3718-5265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C3546-D33B-C2FF-548B-B56BC0C1749A}"/>
              </a:ext>
            </a:extLst>
          </p:cNvPr>
          <p:cNvSpPr txBox="1"/>
          <p:nvPr/>
        </p:nvSpPr>
        <p:spPr>
          <a:xfrm>
            <a:off x="745802" y="5472986"/>
            <a:ext cx="1685398" cy="252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Develop language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EBB04-E709-52EB-8AD2-7A0DB665A1D4}"/>
              </a:ext>
            </a:extLst>
          </p:cNvPr>
          <p:cNvSpPr txBox="1"/>
          <p:nvPr/>
        </p:nvSpPr>
        <p:spPr>
          <a:xfrm>
            <a:off x="2369140" y="5053030"/>
            <a:ext cx="21002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Github/Pointsh/Pointsh.io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7942F-674D-2C90-98BD-8A909D18EB32}"/>
              </a:ext>
            </a:extLst>
          </p:cNvPr>
          <p:cNvSpPr txBox="1"/>
          <p:nvPr/>
        </p:nvSpPr>
        <p:spPr>
          <a:xfrm>
            <a:off x="738811" y="5038156"/>
            <a:ext cx="413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Git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B21AC-1CBB-57D7-4D7C-F546E9E7768E}"/>
              </a:ext>
            </a:extLst>
          </p:cNvPr>
          <p:cNvSpPr txBox="1"/>
          <p:nvPr/>
        </p:nvSpPr>
        <p:spPr>
          <a:xfrm>
            <a:off x="2370538" y="5473878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Python, C#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36F98-0C1E-0DDC-2C3F-59309866E586}"/>
              </a:ext>
            </a:extLst>
          </p:cNvPr>
          <p:cNvSpPr txBox="1"/>
          <p:nvPr/>
        </p:nvSpPr>
        <p:spPr>
          <a:xfrm>
            <a:off x="6480477" y="604572"/>
            <a:ext cx="962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Device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DFE5CC-9FDE-44E1-875B-EDA01E19BF19}"/>
              </a:ext>
            </a:extLst>
          </p:cNvPr>
          <p:cNvSpPr txBox="1"/>
          <p:nvPr/>
        </p:nvSpPr>
        <p:spPr>
          <a:xfrm>
            <a:off x="6480476" y="2016719"/>
            <a:ext cx="9108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Hobby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9BC57-47B7-26EF-5678-C01CF73ADE41}"/>
              </a:ext>
            </a:extLst>
          </p:cNvPr>
          <p:cNvSpPr txBox="1"/>
          <p:nvPr/>
        </p:nvSpPr>
        <p:spPr>
          <a:xfrm>
            <a:off x="6471138" y="3485907"/>
            <a:ext cx="9781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Expect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CCA50FF-6402-72EF-82A2-9696F7B60FAE}"/>
              </a:ext>
            </a:extLst>
          </p:cNvPr>
          <p:cNvCxnSpPr>
            <a:cxnSpLocks/>
          </p:cNvCxnSpPr>
          <p:nvPr/>
        </p:nvCxnSpPr>
        <p:spPr>
          <a:xfrm>
            <a:off x="6481895" y="5354366"/>
            <a:ext cx="370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97E313D-4DE1-B6B4-B337-429928CB171B}"/>
              </a:ext>
            </a:extLst>
          </p:cNvPr>
          <p:cNvSpPr txBox="1"/>
          <p:nvPr/>
        </p:nvSpPr>
        <p:spPr>
          <a:xfrm>
            <a:off x="6472536" y="4938602"/>
            <a:ext cx="846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Motto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BDD85F-30C7-06B6-BF8E-E9A09D1EFAFC}"/>
              </a:ext>
            </a:extLst>
          </p:cNvPr>
          <p:cNvSpPr txBox="1"/>
          <p:nvPr/>
        </p:nvSpPr>
        <p:spPr>
          <a:xfrm>
            <a:off x="6469675" y="1147236"/>
            <a:ext cx="257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MacBookPro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Iphone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, Desktop</a:t>
            </a: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069E70-D7EA-4FDE-8399-655532FEBF17}"/>
              </a:ext>
            </a:extLst>
          </p:cNvPr>
          <p:cNvSpPr txBox="1"/>
          <p:nvPr/>
        </p:nvSpPr>
        <p:spPr>
          <a:xfrm>
            <a:off x="6469675" y="2609187"/>
            <a:ext cx="17315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저녁산책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새벽드라이브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467E3-95A8-AFC4-A4EB-35EB453FC10B}"/>
              </a:ext>
            </a:extLst>
          </p:cNvPr>
          <p:cNvSpPr txBox="1"/>
          <p:nvPr/>
        </p:nvSpPr>
        <p:spPr>
          <a:xfrm>
            <a:off x="6469675" y="4022834"/>
            <a:ext cx="2978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많은 것을 내 것으로 만들 수 있다는 기대감</a:t>
            </a:r>
            <a:endParaRPr lang="ko-KR" altLang="en-US" sz="2800" dirty="0">
              <a:solidFill>
                <a:schemeClr val="bg1"/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FA312-B499-DE4C-601B-68446147DA52}"/>
              </a:ext>
            </a:extLst>
          </p:cNvPr>
          <p:cNvSpPr txBox="1"/>
          <p:nvPr/>
        </p:nvSpPr>
        <p:spPr>
          <a:xfrm>
            <a:off x="6469674" y="5469043"/>
            <a:ext cx="2597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카페24 써라운드 에어 " pitchFamily="2" charset="-127"/>
                <a:ea typeface="카페24 써라운드 에어 " pitchFamily="2" charset="-127"/>
                <a:cs typeface="카페24 써라운드 에어 " pitchFamily="2" charset="-127"/>
              </a:rPr>
              <a:t>시도하지 않으면 아무것도 할 수 없다</a:t>
            </a:r>
            <a:endParaRPr lang="ko-KR" altLang="en-US" sz="2800" dirty="0">
              <a:solidFill>
                <a:schemeClr val="bg1"/>
              </a:solidFill>
              <a:latin typeface="카페24 써라운드 에어 " pitchFamily="2" charset="-127"/>
              <a:ea typeface="카페24 써라운드 에어 " pitchFamily="2" charset="-127"/>
              <a:cs typeface="카페24 써라운드 에어 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093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5081FD-DFF7-46E0-974F-6F1CB0DB7E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98D4EE-2237-404A-8416-6401571934BB}"/>
              </a:ext>
            </a:extLst>
          </p:cNvPr>
          <p:cNvSpPr txBox="1"/>
          <p:nvPr/>
        </p:nvSpPr>
        <p:spPr>
          <a:xfrm>
            <a:off x="4079873" y="3013501"/>
            <a:ext cx="3780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latin typeface="타이포_쌍문동 굴림 B" panose="02020503020101020101" pitchFamily="18" charset="-127"/>
                <a:ea typeface="타이포_쌍문동 굴림 B" panose="02020503020101020101" pitchFamily="18" charset="-127"/>
              </a:rPr>
              <a:t>Thank You</a:t>
            </a:r>
            <a:endParaRPr lang="ko-KR" altLang="en-US" sz="4800" b="1" dirty="0">
              <a:solidFill>
                <a:schemeClr val="bg1"/>
              </a:solidFill>
              <a:latin typeface="타이포_쌍문동 굴림 B" panose="02020503020101020101" pitchFamily="18" charset="-127"/>
              <a:ea typeface="타이포_쌍문동 굴림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913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Very Per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173C9"/>
      </a:accent1>
      <a:accent2>
        <a:srgbClr val="70558E"/>
      </a:accent2>
      <a:accent3>
        <a:srgbClr val="DF94C2"/>
      </a:accent3>
      <a:accent4>
        <a:srgbClr val="8398D1"/>
      </a:accent4>
      <a:accent5>
        <a:srgbClr val="FFBDC1"/>
      </a:accent5>
      <a:accent6>
        <a:srgbClr val="141060"/>
      </a:accent6>
      <a:hlink>
        <a:srgbClr val="262626"/>
      </a:hlink>
      <a:folHlink>
        <a:srgbClr val="262626"/>
      </a:folHlink>
    </a:clrScheme>
    <a:fontScheme name="Pretendard ExtraBol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55</Words>
  <Application>Microsoft Office PowerPoint</Application>
  <PresentationFormat>와이드스크린</PresentationFormat>
  <Paragraphs>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맑은 고딕</vt:lpstr>
      <vt:lpstr>카페24 써라운드 에어 </vt:lpstr>
      <vt:lpstr>타이포_쌍문동 굴림 B</vt:lpstr>
      <vt:lpstr>Abadi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박동훈</cp:lastModifiedBy>
  <cp:revision>24</cp:revision>
  <dcterms:created xsi:type="dcterms:W3CDTF">2021-12-10T03:55:27Z</dcterms:created>
  <dcterms:modified xsi:type="dcterms:W3CDTF">2022-08-24T04:30:14Z</dcterms:modified>
</cp:coreProperties>
</file>