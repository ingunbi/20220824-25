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7F5BF-30AF-4544-983B-2BCAE07ED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2CA46A-8083-49BC-AA25-EA05A535D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882A7-CB9D-47C2-888F-87212E11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80D539-EECB-42F0-AF7B-D7EA36B9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58ABC-A3AB-41BA-B72E-D9AA08C0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68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7829B-F201-4947-9119-BBEC95EE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538D2B-27B8-4369-95D1-062C574F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FEBBE-49B0-4472-8F6E-37043124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F2D0A-449F-4203-9C0C-F6F40F5DD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8DE10C-14F5-4376-814E-A212DADA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8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19404-F20A-4F17-822F-6C4ABEBF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EAAF7-30BC-42B6-80EA-8206C956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99F96-0C9A-42A9-B48A-4F5EE13B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3292E5-B8E2-436B-A372-ADB43F75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D017DB-A903-4902-B415-6B47D049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16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B4955-7BD0-4CC2-A449-A1DA865D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50072-84D0-4F42-9726-94DA41050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F83466-6504-4038-BD5D-A15429A31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59C74B-6302-472A-B5DC-8420A61C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D320E6-899D-4008-A910-07FE8D7F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C00C46-7203-43E1-9F61-D5932B4E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9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1EC5E-F3DB-43AA-809A-C7A53137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3BCCAC-FECB-4D36-86A5-657CB4678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2A6D7C-9C19-4E56-89A7-06616A126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65924F-D307-493E-8B76-FF1FCE6EB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A93BBF-14E1-489D-9DA0-557206084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1239EB-0193-47AD-A64F-85F75B60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A2316E-59CC-4E9C-B1C8-B196F101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71AE21-4BB8-4DD1-8E25-71D9F296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32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A6D9-AC05-44C1-8C25-0541EBAA1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8E873B-A710-426B-8C40-D2AEF3DC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30F6-EDA8-4B85-A3BA-B455DB6D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2250E1-ADC9-495C-94E6-3C36C1B1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15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F38DB9-7C92-445E-A23F-FD5726BC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1580B5-BE7D-4DD1-9BF0-FAF480D8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A0C185-8BE8-4191-A4DF-027A169F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00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4C8B5-3712-4FD5-B1B4-5E39CF38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4D6D8-38D3-4C48-92B4-A4B91C230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A10012-787B-43C3-9143-61C195AC0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7AC343-04C5-48E8-AFB0-59C92CE7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5198BD-99DE-49B6-9C98-8DE6A514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7D9BA4-AC57-4FB7-847F-524F06D9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0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4704F-B230-438C-9753-C0D699CA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E67526-914C-4306-8F03-D259D4E0C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182154-6A52-482E-A546-9A93964F2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36C558-C6C4-42CE-8698-F923B546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902EF9-C356-4755-B36D-7B94ADC1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B28C38-14A5-4CCC-8BBA-DD3C8D63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09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40FD2-0342-4F73-BDC4-2DBEC3EE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10DDAD-7475-4F0E-84ED-C36E0224C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8E5637-3B45-4452-B7BC-8AF72199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34745E-688D-4C85-ADBF-D55D31EE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2AFBC0-4D3F-4C12-9FB0-F461EE83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45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434AD6-FD52-403F-8DD0-61A0C073C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86AF7C-0FD7-4091-BE4B-F9CD1C1EA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708B1-942B-4AAA-8F7A-653B4096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F42F12-69E1-4091-A146-0A2F69D9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4D6665-DD79-4141-ADFC-E0C99E88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8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DB6632-51CC-4FA1-B8E4-34C735A67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24B846-0763-43B0-BAF0-92ABDF27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F8030-B918-4154-8511-94E19F9EE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624B4-83C9-45F8-BB0E-8761B77104B4}" type="datetimeFigureOut">
              <a:rPr lang="ko-KR" altLang="en-US" smtClean="0"/>
              <a:t>2022-08-24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4CEDD-E5E0-4F2C-99CB-000E78F70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76509-5C9F-44F2-B7B4-76EF28A91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5F0AF-A29F-4CAD-B775-DD001229CD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69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7C6A5-B1E6-4D66-BDC7-335D0EEB9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이태근 프로필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9AB26D-EF2C-4C37-91B5-77C0A1D29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주소 </a:t>
            </a:r>
            <a:r>
              <a:rPr lang="en-US" altLang="ko-KR" dirty="0"/>
              <a:t>: </a:t>
            </a:r>
            <a:r>
              <a:rPr lang="ko-KR" altLang="en-US" dirty="0"/>
              <a:t>경기도 용인시</a:t>
            </a:r>
            <a:endParaRPr lang="en-US" altLang="ko-KR" dirty="0"/>
          </a:p>
          <a:p>
            <a:r>
              <a:rPr lang="ko-KR" altLang="en-US" dirty="0"/>
              <a:t>취미 </a:t>
            </a:r>
            <a:r>
              <a:rPr lang="en-US" altLang="ko-KR" dirty="0"/>
              <a:t>: </a:t>
            </a:r>
            <a:r>
              <a:rPr lang="ko-KR" altLang="en-US" dirty="0"/>
              <a:t>영화</a:t>
            </a:r>
            <a:r>
              <a:rPr lang="en-US" altLang="ko-KR" dirty="0"/>
              <a:t>/</a:t>
            </a:r>
            <a:r>
              <a:rPr lang="ko-KR" altLang="en-US" dirty="0"/>
              <a:t>음악</a:t>
            </a:r>
            <a:endParaRPr lang="en-US" altLang="ko-KR" dirty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87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이태근 프로필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이태근 프로필 </dc:title>
  <dc:creator>tklee</dc:creator>
  <cp:lastModifiedBy>tklee</cp:lastModifiedBy>
  <cp:revision>1</cp:revision>
  <dcterms:created xsi:type="dcterms:W3CDTF">2022-08-24T07:52:21Z</dcterms:created>
  <dcterms:modified xsi:type="dcterms:W3CDTF">2022-08-24T07:52:50Z</dcterms:modified>
</cp:coreProperties>
</file>